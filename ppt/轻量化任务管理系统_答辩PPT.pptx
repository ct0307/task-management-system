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40A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E40A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583680"/>
            <a:ext cx="12161520" cy="7315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46304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轻量化任务管理系统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28800" y="2834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程序设计课程 — 面向 AI 编程期末答辩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0" y="3566160"/>
            <a:ext cx="3017520" cy="13716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8" name="Shape 6"/>
          <p:cNvSpPr/>
          <p:nvPr/>
        </p:nvSpPr>
        <p:spPr>
          <a:xfrm>
            <a:off x="2020824" y="3840480"/>
            <a:ext cx="146304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020824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85032" y="3840480"/>
            <a:ext cx="146304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3840480"/>
            <a:ext cx="146304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13448" y="3840480"/>
            <a:ext cx="146304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013448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77656" y="3840480"/>
            <a:ext cx="146304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677656" y="38404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53035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部署地址：qlhrwglxt.top  |  服务器：118.31.4.12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57607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·  2026-06-03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答辩提纲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377440" y="1737360"/>
            <a:ext cx="36576" cy="594360"/>
          </a:xfrm>
          <a:prstGeom prst="rect">
            <a:avLst/>
          </a:prstGeom>
          <a:solidFill>
            <a:srgbClr val="2563EB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691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项目创意与亮点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设计初衷 · 创新思路 · 核心亮点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606040"/>
            <a:ext cx="73152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346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2377440" y="2926080"/>
            <a:ext cx="36576" cy="59436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项目功能与特色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 · 系统架构 · 技术特点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3794760"/>
            <a:ext cx="73152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0233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2377440" y="4114800"/>
            <a:ext cx="36576" cy="594360"/>
          </a:xfrm>
          <a:prstGeom prst="rect">
            <a:avLst/>
          </a:prstGeom>
          <a:solidFill>
            <a:srgbClr val="D97706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4069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开发难点与解决方案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7432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三大技术难点的诊断与攻克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4983480"/>
            <a:ext cx="731520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212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2377440" y="5303520"/>
            <a:ext cx="36576" cy="59436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5257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开发学习心得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743200" y="5715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收获感悟 · 不足反思 · 改进方向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设计初衷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从真实痛点出发，打造自己每天都想用的效率工具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45720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现有工具（Notion / Todoist）学习成本高，功能繁重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课程表、任务管理、倒计时分散在不同 App 中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频繁切换工具降低效率，无法统一管理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部分国外效率工具国内访问不稳定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没有一个工具能同时整合「任务 + 日程 + 倒数日」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645920"/>
            <a:ext cx="54864" cy="4389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设计目标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148840"/>
            <a:ext cx="45720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做一个真正「轻量化」的个人效率管理系统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打开即用，零学习成本，无需阅读文档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Express 全栈实战练兵，完整项目闭环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AI 辅助编程（Claude Code）驱动全流程开发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从需求分析 → 技术选型 → 编码 → 审查 → 部署上线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核心亮点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三大创新方向，定义项目独特性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338328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54864" cy="4572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课程表智能解析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2926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拍照/上传课程表图片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识别 → 智能提取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课程名 / 时间 / 教室 / 周次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自动生成结构化日程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PNG / JPG / PDF / Word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 + pytesseract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双引擎文字提取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45920"/>
            <a:ext cx="54864" cy="4572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文件解析服务化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2926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解析引擎统一封装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AI调用接口（MCP协议）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AI编程助手直接调用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网页接口（HTTP API）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前端 ImportModal 调用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一次开发，两种场景覆盖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45920"/>
            <a:ext cx="54864" cy="4572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工程化全栈实践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2148840"/>
            <a:ext cx="2926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一键部署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自动安全证书（Let's Encrypt）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认证 + 角色权限控制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轻量级页面数据共享（Zustand）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请求转发服务（Nginx） + 域名配置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 13 项问题清零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安全加固，零硬编码密钥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功能模块总览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四大核心模块，覆盖日常效率管理的完整需求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246888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645920"/>
            <a:ext cx="2011680" cy="41148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CRUD + 批量操作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状态流转（待处理 → 进行中 → 已完成）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三级优先级 + 自定义分类标签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多条件筛选 + 防抖搜索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看板拖拽视图 (Kanban)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子任务嵌套系统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645920"/>
            <a:ext cx="246888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94760" y="1645920"/>
            <a:ext cx="2011680" cy="41148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日程规划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42316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月视图 / 周视图日历切换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日程创建、编辑、拖拽调整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课程表智能导入解析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多格式文件批量导入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课程结构自动转日程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即将到期提醒通知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46888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1645920"/>
            <a:ext cx="2011680" cy="41148"/>
          </a:xfrm>
          <a:prstGeom prst="rect">
            <a:avLst/>
          </a:prstGeom>
          <a:solidFill>
            <a:srgbClr val="D97706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倒数日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42316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自定义事件名称和日期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倒计时 / 正计时自动切换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环形进度条可视化展示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 / 卡片双视图模式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到期提醒通知推送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剩余天数实时更新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35440" y="1645920"/>
            <a:ext cx="246888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64040" y="1645920"/>
            <a:ext cx="2011680" cy="41148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系统功能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18320" y="242316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登录 / 注册 / 游客模式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user 角色权限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回收站软删除可恢复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任务评论 + 嵌套回复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文件导入 / 导出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亮色/暗色主题切换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核心功能：任务管理与看板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+ 状态流转 + 多维度筛选 + 看板拖拽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5303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54864" cy="2103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列表视图功能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多条件筛选：状态 / 优先级 / 分类 / 关键词 / 负责人 / 日期范围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服务端分页 + 可排序列，搜索 300ms 防抖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批量选择 + 批量删除/更新，单次 HTTP 请求完成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快速创建：行内表单直接添加，无需弹窗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029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554480"/>
            <a:ext cx="54864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看板视图功能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05740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三列状态列：待处理 / 进行中 / 已完成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拖拽卡片改变任务状态和排序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同一任务数据，列表和看板双视图切换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拖拽后自动保存，无需手动提交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3035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931920"/>
            <a:ext cx="54864" cy="2103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069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子任务系统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43484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支持嵌套子任务层级，批量创建子任务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子任务支持独立的优先级和截止日期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可通过操作升级为独立任务 或 降级为子任务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子任务排序调整，灵活组织任务结构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931920"/>
            <a:ext cx="5029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931920"/>
            <a:ext cx="54864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数据导入导出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443484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导入：支持 CSV / Excel / JSON 格式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智能列映射（自动识别字段对应关系）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导出：JSON / CSV，含 文件安全导出（CSV注入防护）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批量迁移数据，降低工具切换成本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日程规划 · 倒数日 · 仪表盘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时间管理 + 可视化统计，全面掌控效率数据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5303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日程规划日历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月视图 / 周视图自由切换，直观查看时间分布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点击日期创建日程，拖拽调整时间范围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课程表导入后自动生成对应日程条目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即将到期日程提前通知提醒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029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554480"/>
            <a:ext cx="54864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倒数日组件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057400"/>
            <a:ext cx="45720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自定义事件：考试倒计时 / 项目截止日 / 纪念日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自动切换倒计时（未来事件）与正计时（已过事件）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环形进度条 + 天数可视化，一目了然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支持列表视图和卡片视图双模式展示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840480"/>
            <a:ext cx="54864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77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仪表盘数据看板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10241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任务总览统计：总数 / 各状态数量 / 各优先级分布 / 分类分布 / 逾期数量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完成任务趋势图：最近 N 天（默认 14 天）的完成量变化趋势，Recharts 图表渲染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四大统计维度同时呈现：状态饼图 + 优先级柱状图 + 分类分布 + 趋势折线，一屏掌握全局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三层架构 + Python 解析服务，前后端分离，职责清晰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37360"/>
            <a:ext cx="10332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3736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请求转发服务（Nginx）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8308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静态资源转发 · API 代理 · Gzip 压缩 · 域名配置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24871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697480"/>
            <a:ext cx="10332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697480"/>
            <a:ext cx="54864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前端层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 Design 5 · Zustand · React Router 7 · Recharts · Tesseract.js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34472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10332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65760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 后端层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7033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Service → Model 三层解耦 · JWT 认证 · 参数校验 · 速率限制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44074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4617720"/>
            <a:ext cx="10332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61772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数据层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46634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 / 任务 / 日程 / 分类 / 评论 / 通知 / 倒数日 · 共 9 张业务表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5367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577840"/>
            <a:ext cx="10332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557784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5623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解析服务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562356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AI调用接口（MCP）+ 网页接口（HTTP） · pdfplumber · pytesseract · python-docx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1737360"/>
            <a:ext cx="0" cy="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1737360"/>
            <a:ext cx="54864" cy="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1874520"/>
            <a:ext cx="-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82880" y="17830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客户端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82880" y="36576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" y="55778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外部服务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技术特色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 · 性能 · 架构 · 体验，全方位工程化实践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53035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54864" cy="2148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认证与安全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登录令牌机制（JWT）：7天有效期 + 登出自动失效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密码加密保护（bcrypt），启动时强制检查 JWT_SECRET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安全防护配置（helmet） + 请求频率限制（rate-limit）（登录10次/分，注册5次/分）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游客登录模式：关闭页面自动清理用户数据，零残留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029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554480"/>
            <a:ext cx="54864" cy="2148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状态管理优化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0574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全项目统一 Zustand 方案（移除冗余的 Jotai）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authStore + taskStore 精准订阅，避免不必要重渲染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修复异步闭包 Bug：修复：fetchTasks直接传参，不依赖过时变量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缓存策略：任务30s / 统计30s / 分类5min / 用户5min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53035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931920"/>
            <a:ext cx="54864" cy="2148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069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性能优化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4348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 API：批量删除/更新，单次 HTTP 请求完成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服务端分页：total / page / pageSize，减少数据传输量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部分操作失败时返回详细错误明细（而非全盘回滚）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 中间件统一输入校验，减少无效请求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931920"/>
            <a:ext cx="5029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931920"/>
            <a:ext cx="54864" cy="2148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部署与运维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44348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四服务编排：nginx + frontend + backend + db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自动安全证书（Let's Encrypt），全站加密连接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域名 qlhrwglxt.top + 请求转发服务（Nginx） + 客户端上传限制 50m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自动化部署流程（CI/CD）：代码检查 + 构建验证 + 自动测试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难点一：状态管理混乱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双状态库共存导致数据不同步 → 统一迁移方案 + 修复异步时序 Bug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5029200" cy="29260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问题诊断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Jotai + Zustand 两套状态库并存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登录状态用 Jotai（useSetAtom），任务用 Zustand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页面切换时 token 状态不同步 → 偶发 401 未授权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handleFilterChange 调用 setFilters 后，fetchTasks 仍读到过时的变量值（闭包） → 筛选结果与筛选项不匹配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影响范围：登录流程、任务筛选、页面状态同步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029200" cy="29260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全局搜索 useSetAtom / useAtomValue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逐一迁移到 useAuthStore（Zustand）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 package.json 中 jotai 依赖项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清理 authStore.js 兼容导出层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fetchTasks(newFilters) 改为直接传参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全局搜索确认 0 处 Jotai 残留引用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754880"/>
            <a:ext cx="10698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75488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920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关键收获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状态管理库必须统一，多库并存是项目初期最大的技术债  |  异步操作中的变量作用域问题（闭包）是 Zustand/React 常见坑点：永远用显式参数而非闭包中的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难点二：课程表智能解析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图片/文件 → OCR 文字提取 → 结构化日程，完整处理链路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45920"/>
            <a:ext cx="16459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8288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文件上传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/ JPG 截图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课程表文档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文档 (.docx)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拍照上传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606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17520" y="164592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645920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3794760" y="1828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175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文字提取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 提取文字层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扫描件降级为 pytesseract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 图像预处理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逐页处理多页文档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606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03520" y="164592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1645920"/>
            <a:ext cx="164592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1828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035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智能解析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正则 + 坐标规则匹配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课程名称识别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时间/教室/周次/教师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 JSON 输出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2606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89520" y="164592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0" y="1645920"/>
            <a:ext cx="16459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18288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89520" y="2468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服务化接入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772400" y="29260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(stdio)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API (REST)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ImportModal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批量导入日程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480560"/>
            <a:ext cx="10698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4480560"/>
            <a:ext cx="54864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46177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技术关键点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0120" y="498348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双引擎降级策略：先尝试 pdfplumber 提取文字层 PDF，失败则降级为 pytesseract OCR 识别扫描件图片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供 Claude Code 编程助手直接调用；HTTP API 供前端 ImportModal 通过后端代理调用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坐标定位 + 正则命名组提取 + 课程合并规则：一套规则引擎完成从非结构化文本到结构化 JSON 的全流程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难点三：巨型组件重构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818 行单文件 God Component → 3 个职责清晰的独立组件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4114800" cy="43891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783080"/>
            <a:ext cx="3383280" cy="36576"/>
          </a:xfrm>
          <a:prstGeom prst="rect">
            <a:avLst/>
          </a:prstGeom>
          <a:solidFill>
            <a:srgbClr val="DC2626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65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重构前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TaskList.jsx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743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818 行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一个文件包含：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筛选栏 + 快速添加表单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任务数据表格 + 行操作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详情抽屉 + 编辑面板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 API 调用 + 状态管理 + 逻辑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改一处，牵全身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474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212080" cy="9601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645920"/>
            <a:ext cx="45720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7190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FilterBar.jsx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1719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搜索框 + 筛选条件组 + 快速添加表单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5212080" cy="9601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2834640"/>
            <a:ext cx="45720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9077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TaskTable.jsx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0" y="2907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任务数据表格 + 行内操作 + 批量选择 + 排序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023360"/>
            <a:ext cx="5212080" cy="9601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4023360"/>
            <a:ext cx="45720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TaskList.jsx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0" y="4096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 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容器组件：编排子组件 + API 调用 + 状态管理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5303520"/>
            <a:ext cx="106984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30352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4406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重构原则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5806440"/>
            <a:ext cx="102412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每个文件 ≤ 250 行  |  Props 接口清晰  |  职责单一：一个组件只做一件事  |  行为与拆分前完全一致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项目开发学习心得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 AI 辅助编程的收获与实操感悟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5303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54864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全栈闭环能力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4846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完整经历：需求分析 → 技术选型 → 编码实现 → 代码审查 → 优化重构 → 部署上线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每个环节都有实际交付产出，不再是「写 Demo」而是「做产品」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前后端全链路打通，不再有盲区：从 React 界面到 MySQL 数据库再到 Docker 部署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554480"/>
            <a:ext cx="54864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辅助编程实战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05740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Claude Code 作为主驱动，完成代码生成、审查、重构、文档撰写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不是替代思考，而是加速执行：关键决策需要人来判断，重复劳动交给 AI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清晰的需求描述和上下文是 AI 辅助编程的核心竞争力：「说清楚需求」本身就是一种能力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5303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114800"/>
            <a:ext cx="54864" cy="228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工程化思维培养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617720"/>
            <a:ext cx="4846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代码审查发现 13 项问题（状态管理、组件拆分、批量 API、安全加固）并逐项清零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从「能跑就行」到「规范化开发」：统一代码风格、组件结构、错误处理模式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规范不是束缚，是效率的保障：良好架构让后续功能开发效率翻倍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4114800"/>
            <a:ext cx="54864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协议（AI调用标准）实战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4617720"/>
            <a:ext cx="4572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 Python MCP Server 扩展 AI 能力边界：Claude Code 可调用本地的 OCR 和文件解析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让 AI 不再局限于纯文本，能处理图片、PDF、Word 等二进制内容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一次开发，双重用途：MCP 供 AI 调用 + HTTP API 供前端调用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技术栈广度与工具链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从零到一掌握现代 Web 全栈开发技术体系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26517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 Design 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7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Tesseract.js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pdfjs-dist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6459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164592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06240" y="24688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rate-limit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swagger-jsdoc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16459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1645920"/>
            <a:ext cx="26517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06640" y="24688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Encrypt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域名 + DNS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服务器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332720" y="16459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332720" y="164592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103327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07040" y="246888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pdfplumber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pytesseract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python-docx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SDK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(HTTP API)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共计 24 个核心依赖 / 库 / 工具，覆盖前端、后端、运维、数据处理四大领域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不足与改进方向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持续迭代，不断优化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50292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当前不足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移动端适配尚不完善，小屏幕体验一般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 &amp; E2E 测试覆盖不足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缺少 CI/CD 自动化部署流水线（现为手动部署）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通知仅支持站内，无实时推送（WebSocket）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课程表解析对非标准格式（手写/复杂排版）识别率低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部分异常处理不够健壮，需增强边界情况覆盖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1645920"/>
            <a:ext cx="50292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后续改进计划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手机网页应用（PWA），支持离线使用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+ Playwright 构建完整测试体系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 自动构建 → 推送 → 部署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实时通知 + 邮件/微信推送提醒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课程表解析接入 LLM（如 Claude API），提升泛化识别能力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 i18n 支持英文界面，扩大用户范围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557784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715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6080760"/>
            <a:ext cx="10241280" cy="-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0 到 1 的学习过程：先让系统能跑起来，再逐步规范化、工程化、安全化。这是一个持续迭代、不断完善的过程。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E40A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E40A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轻量化任务管理系统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0" y="3566160"/>
            <a:ext cx="2103120" cy="13716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840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部署地址  qlhrwglxt.top  ·  服务器  118.31.4.12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20824" y="4480560"/>
            <a:ext cx="146304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020824" y="4480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85032" y="4480560"/>
            <a:ext cx="146304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4480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4480560"/>
            <a:ext cx="146304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4480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13448" y="4480560"/>
            <a:ext cx="146304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013448" y="4480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77656" y="4480560"/>
            <a:ext cx="1463040" cy="41148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677656" y="4480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57607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·  2026-06-03  ·  Web 程序设计课程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轻量化任务管理系统 — 期末答辩</dc:title>
  <dc:subject>PptxGenJS Presentation</dc:subject>
  <dc:creator>轻量化任务管理系统</dc:creator>
  <cp:lastModifiedBy>轻量化任务管理系统</cp:lastModifiedBy>
  <cp:revision>1</cp:revision>
  <dcterms:created xsi:type="dcterms:W3CDTF">2026-06-04T00:30:22Z</dcterms:created>
  <dcterms:modified xsi:type="dcterms:W3CDTF">2026-06-04T00:30:22Z</dcterms:modified>
</cp:coreProperties>
</file>