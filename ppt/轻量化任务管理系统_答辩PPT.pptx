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371600"/>
            <a:ext cx="3657600" cy="3657600"/>
          </a:xfrm>
          <a:prstGeom prst="ellipse">
            <a:avLst/>
          </a:prstGeom>
          <a:solidFill>
            <a:srgbClr val="00BFFF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64592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轻量化任务管理系统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Express + MySQL  全栈项目答辩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417320" y="3840480"/>
            <a:ext cx="1645920" cy="4572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1732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840480"/>
            <a:ext cx="1645920" cy="4572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57800" y="3840480"/>
            <a:ext cx="1645920" cy="4572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578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3840480"/>
            <a:ext cx="1645920" cy="4572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7804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3840480"/>
            <a:ext cx="1645920" cy="4572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0982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分钟 | 12 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468880" y="1828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项目创意与亮点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46888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设计初衷 + 核心亮点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68880" y="2788920"/>
            <a:ext cx="7772400" cy="10973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971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EC9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68880" y="2971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项目功能与特色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46888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功能模块 + 架构 + 技术特色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3931920"/>
            <a:ext cx="7772400" cy="10973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9B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46888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开发难点与解决方案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46888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大技术难点的解决思路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68880" y="5074920"/>
            <a:ext cx="7772400" cy="10973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5257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468880" y="5257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开发学习心得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收获 + 不足 + 展望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设计初衷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从真实痛点出发，做自己每天都会用的系统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4846320" cy="38404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54864" cy="384048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148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痛点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651760"/>
            <a:ext cx="4480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现有工具 Notion / Todoist 功能繁重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课程表和任务分散在不同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没有工具能同时管理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"任务 + 课程 + 倒数日"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部分工具国内访问不稳定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011680"/>
            <a:ext cx="54864" cy="38404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148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动机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651760"/>
            <a:ext cx="4480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打造真正轻量的个人效率工具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Express 全栈实战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辅助编程驱动开发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从需求 → 设计 → 开发 → 部署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完整项目生命周期闭环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核心亮点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三大创新点，突出项目独特性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320040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43891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课程表智能解析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2834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拍照/上传课程表 → OCR 识别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智能提取：课程名/时间/教室/周次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自动生成结构化日程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 PNG / JPG / PDF / Word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+ pytesseract 双引擎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828800"/>
            <a:ext cx="320040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828800"/>
            <a:ext cx="54864" cy="43891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本地文件解析服务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92040" y="2468880"/>
            <a:ext cx="2834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 Python 解析引擎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双协议接入：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MCP 协议 → Claude Code 调用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HTTP API → 项目后端调用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编程 + 应用，两种场景覆盖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0" y="1828800"/>
            <a:ext cx="320040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1828800"/>
            <a:ext cx="54864" cy="438912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8641080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轻量化全栈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41080" y="2468880"/>
            <a:ext cx="2834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一行命令：docker compose up -d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自动 HTTPS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认证 + 角色权限控制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轻量状态管理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项代码审查问题全部清零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功能模块总览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四大核心模块，覆盖日常效率需求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233172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43891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任务管理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19659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操作 + 批量处理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状态流转（待处理/进行中/已完成）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 + 分类标签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多条件筛选搜索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仪表盘统计概览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1828800"/>
            <a:ext cx="233172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0" y="1828800"/>
            <a:ext cx="54864" cy="438912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日程规划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069080" y="2468880"/>
            <a:ext cx="19659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日历月视图 / 周视图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日程创建、编辑、拖拽调整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课程表智能导入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多格式文件解析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 → 日程自动转换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66560" y="1828800"/>
            <a:ext cx="233172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66560" y="1828800"/>
            <a:ext cx="54864" cy="438912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15" name="Text 13"/>
          <p:cNvSpPr/>
          <p:nvPr/>
        </p:nvSpPr>
        <p:spPr>
          <a:xfrm>
            <a:off x="699516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倒数日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95160" y="2468880"/>
            <a:ext cx="19659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自定义事件名称和日期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倒计时 / 正计时自动切换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进度条可视化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日期提醒通知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列表 / 卡片双视图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92640" y="1828800"/>
            <a:ext cx="2331720" cy="43891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92640" y="1828800"/>
            <a:ext cx="54864" cy="43891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992124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系统功能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921240" y="2468880"/>
            <a:ext cx="19659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登录 / 注册 / Token 刷新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管理员 / 普通用户角色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回收站（软删除可恢复）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任务评论 + 嵌套回复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响应式布局适配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项目架构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三层架构 + Python 解析服务，前后端分离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1554480"/>
            <a:ext cx="9418320" cy="868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554480"/>
            <a:ext cx="64008" cy="86868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前端层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89120" y="16459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 |  Ant Design 5  |  Zustand 状态管理  |  React Router 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23591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F9A"/>
                </a:solidFill>
              </a:rPr>
              <a:t>▼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71600" y="2651760"/>
            <a:ext cx="9418320" cy="868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71600" y="2651760"/>
            <a:ext cx="64008" cy="8686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后端层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743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  |  JWT + bcrypt 认证  |  Controller → Service → Model 三层架构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4564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F9A"/>
                </a:solidFill>
              </a:rPr>
              <a:t>▼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71600" y="3749040"/>
            <a:ext cx="9418320" cy="868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71600" y="3749040"/>
            <a:ext cx="64008" cy="86868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3840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9B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数据层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89120" y="384048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 |  用户 / 任务 / 日程 / 分类 / 评论 / 通知 / 倒数日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60720" y="45537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F9A"/>
                </a:solidFill>
              </a:rPr>
              <a:t>▼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371600" y="4846320"/>
            <a:ext cx="9418320" cy="868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846320"/>
            <a:ext cx="64008" cy="8686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1737360" y="4937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解析服务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89120" y="493776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|  MCP Server (stdio) + HTTP API  |  pdfplumber / pytesseract / python-docx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技术特色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架构规范 + 用户体验 + 安全加固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4846320" cy="2011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201168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JWT 认证鉴权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刷新机制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角色权限控制（admin/user）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密码加密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启动时强制检查 JWT_SECRET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无硬编码密钥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46320" cy="2011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828800"/>
            <a:ext cx="54864" cy="20116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965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Zustand 状态管理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46888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统一状态方案（移除 Jotai）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精准订阅，避免不必要重渲染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各功能模块独立 Store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简洁 API，零模板代码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筛选 Bug 修复：显式参数传递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4389120"/>
            <a:ext cx="4846320" cy="2011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389120"/>
            <a:ext cx="54864" cy="201168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批量 API + 防抖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43000" y="502920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批量删除/更新，单次请求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搜索输入 300ms 防抖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服务端分页，返回 total/page/pageSize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中间件输入校验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部分失败返回失败明细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4389120"/>
            <a:ext cx="4846320" cy="20116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4389120"/>
            <a:ext cx="54864" cy="201168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响应式 + 部署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29400" y="502920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响应式布局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一键部署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自动 HTTPS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反向代理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 13 项优化清零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难点一：状态管理混乱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双状态库共存 → 统一方案 → 修复异步 Bug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029200" cy="4114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411480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问题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46634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Jotai 和 Zustand 两套状态库并存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登录状态用 Jotai，任务状态用 Zustand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页面切换时 token 状态不同步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偶发 401 认证失败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handleFilterChange 调用 setFilters 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fetchTasks 仍读到闭包中的旧值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导致筛选结果与实际筛选条件不匹配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828800"/>
            <a:ext cx="5029200" cy="4114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1828800"/>
            <a:ext cx="54864" cy="41148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1965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解决方案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12280" y="2468880"/>
            <a:ext cx="46634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全局搜索所有 Jotai useSetAtom / useAtomValue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逐一迁移到 Zustand useAuthStore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删除 package.json 中 jotai 依赖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清理 authStore.js 兼容导出层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全局搜索确认 0 处 Jotai 残留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fetchTasks 改为接受显式 filter 参数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不再依赖闭包中的旧 state 快照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难点二：课程表智能解析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图片/文件 → OCR 识别 → 结构化日程，完整链路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2331720" cy="25603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25603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上传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/ JPG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Word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 / 拍照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46120" y="2560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F9A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74720" y="1828800"/>
            <a:ext cx="2331720" cy="25603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828800"/>
            <a:ext cx="54864" cy="256032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提取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03320" y="24688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文字层提取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pytesseract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降级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06440" y="2560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F9A"/>
                </a:solidFill>
              </a:rPr>
              <a:t>▶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35040" y="1828800"/>
            <a:ext cx="2331720" cy="25603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828800"/>
            <a:ext cx="54864" cy="256032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解析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63640" y="24688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正则匹配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课程名/时间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教室/周次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输出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560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F9A"/>
                </a:solidFill>
              </a:rPr>
              <a:t>▶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595360" y="1828800"/>
            <a:ext cx="2331720" cy="256032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595360" y="1828800"/>
            <a:ext cx="54864" cy="25603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882396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服务化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823960" y="24688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项目后端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846320"/>
            <a:ext cx="54864" cy="137160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43000" y="49834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技术细节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143000" y="54864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提取文字层 PDF → 扫描件降级为 pytesseract OCR → 正则 + 规则匹配课程结构 → 结构化 JSON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Server（stdio 协议）供 Claude Code 直接调用；HTTP API（POST /api/parse）供前端 ImportModal 使用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难点三：巨型组件重构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818 行单文件 → 拆分为 3 个独立组件，各 ≤ 250 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3474720" cy="4114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4864" cy="4114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拆分前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TaskList.jsx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818 行单文件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筛选栏 + 快速添加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任务表格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详情抽屉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所有状态管理逻辑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改一处，牵全身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3474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BFFF"/>
                </a:solidFill>
              </a:rPr>
              <a:t>▶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669280" y="1828800"/>
            <a:ext cx="5486400" cy="82296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0" y="1828800"/>
            <a:ext cx="54864" cy="82296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FilterBar.jsx  (180 行)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0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搜索框 + 筛选条件 + 快速添加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926080"/>
            <a:ext cx="5486400" cy="82296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0" y="2926080"/>
            <a:ext cx="54864" cy="82296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TaskTable.jsx  (240 行)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任务表格 + 行操作 + 批量选择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4023360"/>
            <a:ext cx="5486400" cy="82296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669280" y="4023360"/>
            <a:ext cx="54864" cy="82296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TaskList.jsx  (355 行)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0" y="4434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容器组件：编排逻辑 + API 调用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5120640"/>
            <a:ext cx="54864" cy="10972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5257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原则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143000" y="576072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 StatCard 组件（Dashboard + TaskStats 复用）  |  单文件 ≤ 250 行  |  Props 接口清晰  |  功能行为与拆分前完全一致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项目开发学习心得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收获 + 实操感悟，AI 辅助开发的完整体验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1737360"/>
            <a:ext cx="4846320" cy="1828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737360"/>
            <a:ext cx="54864" cy="182880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全栈闭环能力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37744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 → 技术选型 → 编码实现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 → 优化重构 → 部署上线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完整经历了一个项目的生命周期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0 到 1 的实际交付能力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737360"/>
            <a:ext cx="4846320" cy="1828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737360"/>
            <a:ext cx="54864" cy="18288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AI 辅助编程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37744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驱动开发全流程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不是替代思考，而是加速执行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关键在于清晰的指令和上下文管理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协议扩展了 AI 的能力边界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4846320" cy="1828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840480"/>
            <a:ext cx="54864" cy="182880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977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工程化思维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43000" y="448056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代码审查发现 13 项问题并清零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状态管理统一、组件拆分、批量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安全加固、输入校验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从"能跑就行"到"规范化开发"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3840480"/>
            <a:ext cx="4846320" cy="182880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3840480"/>
            <a:ext cx="54864" cy="18288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977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技术广度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29400" y="448056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前端：React / Zustand / Ant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后端：Express / MySQL / JWT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运维：Docker / Nginx / HTTPS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Python：OCR / 文件解析 / MCP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BFF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不足与展望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持续改进，不断迭代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4846320" cy="29260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54864" cy="2926080"/>
          </a:xfrm>
          <a:prstGeom prst="rect">
            <a:avLst/>
          </a:prstGeom>
          <a:solidFill>
            <a:srgbClr val="F09B5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148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当前不足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651760"/>
            <a:ext cx="4480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移动端适配不完善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单元测试 &amp; E2E 测试覆盖不足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 CI/CD 自动部署流水线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通知仅站内，无实时推送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课程表解析对非标准格式识别率低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2011680"/>
            <a:ext cx="4846320" cy="2926080"/>
          </a:xfrm>
          <a:prstGeom prst="rect">
            <a:avLst/>
          </a:prstGeom>
          <a:solidFill>
            <a:srgbClr val="1A1F2E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011680"/>
            <a:ext cx="54864" cy="29260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148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后续计划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651760"/>
            <a:ext cx="4480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移动端适配，支持离线使用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Playwright 测试体系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自动部署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实时通知 + 邮件提醒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课程表解析接入 LLM 提升泛化能力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53949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10972800" y="6355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轻量化任务管理系统 — 课程答辩</dc:title>
  <dc:subject>PptxGenJS Presentation</dc:subject>
  <dc:creator>轻量化任务管理系统</dc:creator>
  <cp:lastModifiedBy>轻量化任务管理系统</cp:lastModifiedBy>
  <cp:revision>1</cp:revision>
  <dcterms:created xsi:type="dcterms:W3CDTF">2026-06-03T05:14:34Z</dcterms:created>
  <dcterms:modified xsi:type="dcterms:W3CDTF">2026-06-03T05:14:34Z</dcterms:modified>
</cp:coreProperties>
</file>